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dia. Apresento o CAGE, um arcabouço que avalia sistemas de serving de LLM com cache medindo, na mesma requisição, a eficiência do KV-cache e a qualidade da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situar com o mínimo necessário: o LLM gera token a token e guarda o KV-cache para não reprocessar o histórico. Esse cache torna a geração viável, mas cresce linear com o contexto e domina a memória da GPU. Surgiram estratégias para reduzir esse custo: reuso de prefixo, CAG, RAG e compressão. Todas aceleram. A pergunta que quase ninguém faz de forma direta: quando eu acelero assim, a resposta continua correta?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problema central: eficiência e qualidade são medidas por comunidades diferentes, quase nunca na mesma requisição, o que torna o tradeoff invisível. A pergunta tem duas metades. A primeira é metodológica. A segunda é empírica e mais dura: sob pressão de memória e distribuição, a qualidade se sustenta ou cai quando empurro a eficiência ao limite? Essas duas metades organizam o resto.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famílias no estado da arte. A de avaliação de RAG mede qualidade e ignora o serving. A de serving e KV otimiza latência e throughput e não olha qualidade. A de compressão reporta razão contra acurácia agregada. O vizinho mais próximo, o SCBench, co-mede cache e qualidade, mas pontua acurácia agregada, não grounding por resposta, e não reporta latência por método. O gap é a co-medição conjunta, controlada e estatisticamente honesta.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metodologia se organiza em nove famílias, todas contra um mesmo controle, o no_cache. Elas cobrem o espaço: reuso de prefixo (CAG), recuperação (RAG), cache de resultado (Redis), o híbrido, roteamento distribuído, especulativo e os dois braços de compressão. Sobre isso, dois eixos: o quadrado de compressão dois por dois e o eixo de staleness. Tudo em SQuAD v2, greedy a temperatura zero, para atribuir a diferença à estratégia e não ao acaso.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sistema é em camadas. A orquestração fala com o engine só pela API, sem modificar o motor. A telemetria coleta as métricas de serving reais do vLLM. A qualidade é medida offline, com uma hierarquia sem juiz LLM: grounding por span como primário, faithfulness por NLI como secundário, F1 e ROUGE como diagnóstico, e o BERTScore como controle negativo. Por cima, uma camada estatística por query. Essa camada é um diferencial, porque a área quase não usa significância.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Phase 1 rodou em CPU, com o Qwen3-4B, cinquenta queries por três trials. O objetivo era validar o protocolo e a integridade das métricas. O prefix cache cortou o TTFT em quase 66 por cento e a latência em 37 por cento. O RAG aumentou a latência em 70 por cento por causa da recuperação. E o que reduz o TTFT é o reuso local de prompt-cache, com 68 por cento de tokens em cache, não o sucesso da busca.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Passo pela qualidade e pelo que ela confirma. O resultado mais limpo é a paridade: prefix cache e no_cache têm faithfulness idêntico, 0,570, com o mesmo desvio, porque as saídas são iguais token a token. Isso prova que o reuso de KV do vLLM preserva a saída, como a teoria prevê. Segundo, o RAG troca latência por grounding: o faithfulness cai para 0,504, quase 12 por cento, e todas as baselines de recuperação ficam abaixo das de contexto gold. Isso replica o achado de Chan et al. no Don't Do RAG. Terceiro, a telemetria separa reuso de recuperação: o RAG acerta 98 por cento da busca, mas não reusa nada e é o mais lento. Quarto, o BERTScore fica plano em torno de 0,33 e confirma o controle negativo. Um cuidado que registro: 0,570 não é um teto. O Distributed chega a 0,636, mas com desvio alto, cerca de 0,078, que se sobrepõe ao no_cache, então a afirmação robusta é contexto gold acima de recuperação, não uma vantagem do distribuído. Em termos básicos, a Phase 1 mostra que o framework reproduz três propriedades já conhecidas da literatura, e é isso que dá confiança para os experimentos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Phase 2 leva o mesmo protocolo para uma L4 real. Componente a componente: provisionamento de uma L4 sob demanda; ambiente reprodutível com o engine em versão pinada; o ciclo do servidor é de um script, que liga o engine com o lever de cada baseline e só libera após o health probe; a co-medição usa greedy a temperatura zero e isola cada request; e duas trilhas de telemetria amostradas durante a corrida. Sou transparente: o que está validado é a viabilidade. O Qwen3-8B com FP8 cabe na L4, o pipeline roda de ponta a ponta com telemetria real e sem mocks, e a infra é derrubada com teardown fail-closed. Falta a re-execução limpa 500 por 3 para os números definitivos.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análise confirma a tese: o tradeoff é real, tem direção e é mensurável na mesma requisição. A evolução natural é sair de apenas medir o ganho para atribuir o ganho. Hoje, quando digo que o prefix cache economizou 66 por cento de TTFT, esse número mistura a ideia, o reuso de KV, com a engenharia do vLLM. O próximo passo é separar os dois, ancorado num modelo analítico de FLOPs, de forma agnóstica à ferramenta, rodando o mesmo mecanismo em engines independentes.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planos futuros mantêm a pergunta inteira. A metade metodológica já está respondida e fica mais forte com a atribuição. A metade empírica é respondida em duas etapas: parcial agora, num único nó, com staleness e compressão; completa depois, com o cache distribuído sob pressão real, hoje simulada e no futuro medida por RDMA. O fio condutor é a pressão de memória.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concluir. O problema é que o tradeoff fica invisível quando os eixos são medidos em separado. O estado da arte confirma o gap. Os preliminares mostram que o tradeoff é real e mensurável na mesma requisição. A ferramenta atual entrega essa co-medição com nove baselines, grounding sem juiz e estatística por query, e a evolução aponta para atribuir o ganho entre ideia e engine, de forma agnóstica à ferramenta, e para fechar a pergunta empírica da qualidade sob pressão distribuída. Em uma frase: o CAGE torna visível, e mensurável, um tradeoff que a literatura vinha tratando às cegas.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Obrigado pela atenção. Fico à disposição para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apoio, use se a banca perguntar sobre o distribuído. Ele compara as políticas de reuso de KV dos quatro frameworks e como se comportam sob alta pressão numa topologia distribuída. vLLM e SGLang reusam por nó: o vLLM com blocos paginados e prefix cache por hash, o SGLang com árvore radix que compartilha qualquer prefixo comum. Nenhum dos dois compartilha o cache entre nós de forma nativa, então numa topologia replicada cada nó reaquece o próprio cache, e foi isso que produziu a cauda fria de 7,6 vezes na Phase 1. O DistServe não foca reuso de prefixo: ele desagrega prefill e decode e transfere o KV entre os pools, o que ajuda sob carga mas move o custo para a transferência. O Mooncake é o desenho mais próximo do nosso cenário: um pool de KV em camadas com prefix cache global entre nós, ao custo de latência de transferência e lookup. O CAGE hoje mede o roteamento replicado real e uma transferência simulada. Estas quatro políticas definem o espaço que o eixo distribuído futuro vai medir de verdade com RDMA, tendo Mooncake e DistServe como referências.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CAGE: avaliação conjunta de eficiência de KV-cache e qualidade de resposta em serving de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[Seu nome]   |   Orientador: [nome]   |   PUC Minas   |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1908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9C7D6"/>
                </a:solidFill>
                <a:latin typeface="Calibri"/>
              </a:rPr>
              <a:t>tempo 0:20 / 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65A82"/>
                </a:solidFill>
                <a:latin typeface="Cambria"/>
              </a:rPr>
              <a:t>Contexto: o KV-cache virou o gargalo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Um LLM gera um token por vez e guarda o KV-cache para não recomputar o passado.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Esse cache cresce linear com o contexto e domina a memória e a banda da GPU.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Reuso de prefixo, CAG, RAG e compressão aceleram o serving.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A pergunta pouco feita: acelerar assim mantém a resposta correta?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1908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tempo 0:50 / 1:10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65A82"/>
                </a:solidFill>
                <a:latin typeface="Cambria"/>
              </a:rPr>
              <a:t>Problema e pergunta de pesquisa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Eficiência e qualidade são medidas em separado, então o tradeoff fica invisível.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14600"/>
            <a:ext cx="10972800" cy="1417320"/>
          </a:xfrm>
          <a:prstGeom prst="round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65A82"/>
                </a:solidFill>
                <a:latin typeface="Calibri"/>
              </a:rPr>
              <a:t>Metade A (metodologia): como avaliar um sistema cache-aware medindo eficiência (reuso, latência, TTFT) junto com qualidade (grounding, faithfulness, relevância)?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10972800" cy="1600200"/>
          </a:xfrm>
          <a:prstGeom prst="round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65A82"/>
                </a:solidFill>
                <a:latin typeface="Calibri"/>
              </a:rPr>
              <a:t>Metade B (empírica): quando o cache cresce e é distribuído entre nós sob pressão de memória, a qualidade se mantém ou cai à medida que a eficiência vai ao limite?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41908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tempo 0:50 / 1:00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65A82"/>
                </a:solidFill>
                <a:latin typeface="Cambria"/>
              </a:rPr>
              <a:t>Trabalhos relacionados e o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2926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Avaliação de RAG (RAGAS, ARES, RAGChecker): medem qualidade, tratam o serving como caixa-preta.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Serving e KV (vLLM, SGLang, DistServe, Mooncake): medem throughput e latência, não a qualidade.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Compressão (LLMLingua-2, RECOMP, H2O, SnapKV): razão de compressão contra acurácia agregada.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SCBench co-mede cache e qualidade, mas sem grounding por resposta nem latência por método.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972800" cy="1051560"/>
          </a:xfrm>
          <a:prstGeom prst="roundRect">
            <a:avLst/>
          </a:prstGeom>
          <a:solidFill>
            <a:srgbClr val="E3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47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65A82"/>
                </a:solidFill>
                <a:latin typeface="Calibri"/>
              </a:rPr>
              <a:t>Gap: ninguém co-mede eficiência e grounding na mesma requisição, sob uma taxonomia controlada e com significância estatística.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tempo 1:05 / 1:20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65A82"/>
                </a:solidFill>
                <a:latin typeface="Cambria"/>
              </a:rPr>
              <a:t>Metodologia: nove baselines e dois eixos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0233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 Nove famílias comparadas ao controle no_cache: no_cache, prefix_cache (CAG), rag, redis, hybrid, distributed, speculative, compressed_rag, compressed_cag.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 Eixo de compressão 2x2: {CAG, RAG} por {contexto cheio, comprimido}.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 Eixo de staleness: varredura da idade da evidência em cache.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 Workload SQuAD v2, decodificação greedy (temperatura zero), 500 queries por 3 trials.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1908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tempo 0:55 / 1:10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65A82"/>
                </a:solidFill>
                <a:latin typeface="Cambria"/>
              </a:rPr>
              <a:t>System design e hierarquia de 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42976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Camadas: workload, orquestração, adaptador de engine (vLLM via API), telemetria, qualidade, análise.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Serving, com telemetria real do vLLM: TTFT, TPOT, latência p50/p95/p99, throughput, reuso de cache.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Qualidade sem juiz LLM: grounding por span (LettuceDetect) como primário, faithfulness por NLI, F1/EM e ROUGE-L diagnósticos, BERTScore como controle negativo.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Estatística por query: Wilcoxon pareado, correção de Holm, bootstrap de 95%, tamanho de efeito de Cliff.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1908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tempo 1:05 / 1:20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65A82"/>
                </a:solidFill>
                <a:latin typeface="Cambria"/>
              </a:rPr>
              <a:t>Resultados preliminares, Phase 1: serving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CPU, Qwen3-4B, SQuAD v2, 50 queries por 3 trials. Validação de protocolo, não desempenho absoluto.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3566160" cy="2286000"/>
          </a:xfrm>
          <a:prstGeom prst="round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65A82"/>
                </a:solidFill>
                <a:latin typeface="Cambria"/>
              </a:rPr>
              <a:t>-65,7%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TTFT do prefix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2376 vs 6919 ms vs no_cache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194560"/>
            <a:ext cx="3566160" cy="2286000"/>
          </a:xfrm>
          <a:prstGeom prst="round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51460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65A82"/>
                </a:solidFill>
                <a:latin typeface="Cambria"/>
              </a:rPr>
              <a:t>-37,4%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34290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latência do prefix 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38862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10.015 vs 16.006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2194560"/>
            <a:ext cx="3566160" cy="2286000"/>
          </a:xfrm>
          <a:prstGeom prst="round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1624" y="251460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65A82"/>
                </a:solidFill>
                <a:latin typeface="Cambria"/>
              </a:rPr>
              <a:t>+70,4%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34290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latência do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38862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recuperação e reranking vs no_cache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O prefix cache foi o melhor em serving. O RAG paga a recuperação em latência; o ganho de TTFT vem do reuso local de prompt-cache (68,4% de tokens em cache), não da busca.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1908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tempo 1:05 / 1:20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65A82"/>
                </a:solidFill>
                <a:latin typeface="Cambria"/>
              </a:rPr>
              <a:t>Phase 1: qualidade e o que ela confirma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6035040" cy="40233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Reuso sem perdas: prefix cache e no_cache têm faithfulness idêntico (0,570), saídas iguais token a token.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RAG troca latência por grounding: faithfulness 0,504 (-11,6%). Contexto gold acima de recuperação (0,50 a 0,55).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Telemetria separa reuso de recuperação: o RAG tem 98% de retrieval hit, mas 0% de cache hit.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BERTScore plano (~0,33) valida o controle negativo; o faithfulness é a métrica informativa.</a:t>
            </a:r>
          </a:p>
        </p:txBody>
      </p:sp>
      <p:pic>
        <p:nvPicPr>
          <p:cNvPr id="4" name="Picture 3" descr="03_qualit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783080"/>
            <a:ext cx="4617720" cy="24882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A6B7B"/>
                </a:solidFill>
                <a:latin typeface="Calibri"/>
              </a:rPr>
              <a:t>Consistente com a literatura: o reuso de KV preserva a saída (Kwon et al., 2023); CAG mantém a qualidade e a recuperação pode enfraquecer o grounding quando há contexto gold (Chan et al., 2024); o BERTScore mede similaridade semântica, não fidelidade factual (Zhang et al., 2020).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tempo 1:15 / 1:30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65A82"/>
                </a:solidFill>
                <a:latin typeface="Cambria"/>
              </a:rPr>
              <a:t>Phase 2: arquitetura na nuvem e o que a viabilidade prova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3200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Provisionamento: uma GPU L4 (24 GB) sob demanda, imagem CUDA, região us-central1.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Ambiente: bootstrap isolado e engine de serving em versão pinada, reprodutível.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Ciclo do servidor: um script liga o engine com o lever de cada baseline (prefix caching, KV FP8, especulativo), com health probe antes de qualquer request.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Co-medição: greedy a temperatura zero; cada request isolado, uma falha remove uma linha e não aborta o baseline.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Telemetria: pynvml na GPU e cage-stats amostrando o /metrics do vLLM durante a corrida.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5029200"/>
            <a:ext cx="10972800" cy="960120"/>
          </a:xfrm>
          <a:prstGeom prst="roundRect">
            <a:avLst/>
          </a:prstGeom>
          <a:solidFill>
            <a:srgbClr val="E3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Prova: o Qwen3-8B com KV FP8 cabe na L4, o pipeline roda de ponta a ponta com telemetria real e sem mocks, e o teardown é fail-closed. Falta a re-execução limpa 500 por 3 para os números finais.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tempo 1:15 / 1:30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65A82"/>
                </a:solidFill>
                <a:latin typeface="Cambria"/>
              </a:rPr>
              <a:t>Análise e evolução da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0233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 Os preliminares confirmam: o tradeoff eficiência vs qualidade é real, direcional e mensurável na mesma requisição.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 De medir para atribuir: separar o ganho-de-ideia (os FLOPs que o mecanismo economiza) do ganho-de-engine (o que o vLLM acrescenta por cima).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 Tool-agnostic: o mesmo mecanismo em engines independentes (vLLM paged, SGLang radix, LMDeploy blocked). Se o ganho se repete nos três, ele é da ideia, não do motor.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1908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tempo 1:05 / 1:20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65A82"/>
                </a:solidFill>
                <a:latin typeface="Cambria"/>
              </a:rPr>
              <a:t>Planos futuros: a pergunta original, carregada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0233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Metade A (como avaliar juntos): já respondida, e reforçada pela atribuição.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Metade B (qualidade sob pressão): resposta parcial agora, via staleness e compressão num único nó; resposta completa depois, com o distribuído real por RDMA.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Cada eixo eleva um status: staleness dá a curva qualidade vs idade; compressão de KV troca footprint analítico por bytes medidos; distribuído troca a simulação por número real.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O fio condutor de tudo é a pressão de memória.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1908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B7B"/>
                </a:solidFill>
                <a:latin typeface="Calibri"/>
              </a:rPr>
              <a:t>tempo 1:05 / 1:20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7EEF6"/>
                </a:solidFill>
                <a:latin typeface="Calibri"/>
              </a:rPr>
              <a:t>•  Problema: o tradeoff eficiência vs qualidade fica invisível quando os eixos são medidos em separado.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7EEF6"/>
                </a:solidFill>
                <a:latin typeface="Calibri"/>
              </a:rPr>
              <a:t>•  Gap: cada família mede um eixo; ninguém co-mede, controla e testa com estatística.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7EEF6"/>
                </a:solidFill>
                <a:latin typeface="Calibri"/>
              </a:rPr>
              <a:t>•  Resultados: o tradeoff é real e mensurável na mesma requisição. O prefix cache ganha eficiência sem perder qualidade; o RAG troca latência por menos faithfulness.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7EEF6"/>
                </a:solidFill>
                <a:latin typeface="Calibri"/>
              </a:rPr>
              <a:t>•  Ferramenta: o CAGE entrega a co-medição com nove baselines, grounding sem juiz e estatística por query. A evolução aponta para atribuir ideia vs engine, ser tool-agnostic, e responder à qualidade sob pressão distribuída.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1908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9C7D6"/>
                </a:solidFill>
                <a:latin typeface="Calibri"/>
              </a:rPr>
              <a:t>tempo 1:10 / 1:25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Obrigado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ADCFC"/>
                </a:solidFill>
                <a:latin typeface="Calibri"/>
              </a:rP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1908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9C7D6"/>
                </a:solidFill>
                <a:latin typeface="Calibri"/>
              </a:rPr>
              <a:t>tempo 0:10 / 0:20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Cambria"/>
              </a:rPr>
              <a:t>Políticas de reuso de KV-cache: vLLM, SGLang, DistServe, Mooncake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Onde o CAGE se encaixa: mede o roteamento replicado real e uma transferência simulada; estas políticas são o alvo do eixo distribuído futuro (RDMA).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37360"/>
          <a:ext cx="11155680" cy="39776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4114800"/>
                <a:gridCol w="4937760"/>
              </a:tblGrid>
              <a:tr h="79552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 marL="73152" marR="73152" marT="45720" marB="45720" anchor="t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Política de reuso de KV</a:t>
                      </a:r>
                    </a:p>
                  </a:txBody>
                  <a:tcPr marL="73152" marR="73152" marT="45720" marB="45720" anchor="t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Na topologia distribuída sob alta pressão</a:t>
                      </a:r>
                    </a:p>
                  </a:txBody>
                  <a:tcPr marL="73152" marR="73152" marT="45720" marB="45720" anchor="t">
                    <a:solidFill>
                      <a:srgbClr val="065A82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vLLM (PagedAttention)</a:t>
                      </a:r>
                    </a:p>
                  </a:txBody>
                  <a:tcPr marL="73152" marR="73152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Blocos paginados; prefix cache por hash de bloco; eviction LRU.</a:t>
                      </a:r>
                    </a:p>
                  </a:txBody>
                  <a:tcPr marL="73152" marR="73152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Reuso por nó. Sem compartilhamento entre réplicas: cada réplica reaquece o próprio cache (cauda fria de 7,6x na Phase 1). Entre nós, só via conector externo (NIXL/LMCache). Sob pressão, o LRU despeja e o reuso cai.</a:t>
                      </a:r>
                    </a:p>
                  </a:txBody>
                  <a:tcPr marL="73152" marR="73152" marT="45720" marB="45720" anchor="t">
                    <a:solidFill>
                      <a:srgbClr val="FFFFFF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SGLang (RadixAttention)</a:t>
                      </a:r>
                    </a:p>
                  </a:txBody>
                  <a:tcPr marL="73152" marR="73152" marT="45720" marB="45720" anchor="t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Árvore radix; compartilha qualquer prefixo comum em nível de token; ligado por padrão; eviction LRU na árvore.</a:t>
                      </a:r>
                    </a:p>
                  </a:txBody>
                  <a:tcPr marL="73152" marR="73152" marT="45720" marB="45720" anchor="t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Também por instância. Melhor reuso local em prefixos compartilhados, mas sem compartilhamento nativo entre nós. Mesma cauda fria em topologia replicada.</a:t>
                      </a:r>
                    </a:p>
                  </a:txBody>
                  <a:tcPr marL="73152" marR="73152" marT="45720" marB="45720" anchor="t">
                    <a:solidFill>
                      <a:srgbClr val="F2F6F9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DistServe</a:t>
                      </a:r>
                    </a:p>
                  </a:txBody>
                  <a:tcPr marL="73152" marR="73152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Não foca prefix reuso. Desagrega prefill e decode em pools distintos e transfere o KV do prefill para o decode.</a:t>
                      </a:r>
                    </a:p>
                  </a:txBody>
                  <a:tcPr marL="73152" marR="73152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Isola prefill de decode, o que ajuda sob carga, mas o custo passa a ser a transferência de KV entre pools. Referência para o eixo distribuído; não roda no CAGE hoje.</a:t>
                      </a:r>
                    </a:p>
                  </a:txBody>
                  <a:tcPr marL="73152" marR="73152" marT="45720" marB="45720" anchor="t">
                    <a:solidFill>
                      <a:srgbClr val="FFFFFF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Mooncake</a:t>
                      </a:r>
                    </a:p>
                  </a:txBody>
                  <a:tcPr marL="73152" marR="73152" marT="45720" marB="45720" anchor="t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KV agrupado e em camadas (DRAM/SSD) com prefix cache global; escalonamento centrado no KVCache.</a:t>
                      </a:r>
                    </a:p>
                  </a:txBody>
                  <a:tcPr marL="73152" marR="73152" marT="45720" marB="45720" anchor="t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Desenho mais próximo do cenário em que o cache cresce e é distribuído sob pressão: espalha o KV e compartilha o prefixo entre nós, ao custo de latência de transferência e lookup. Referência do eixo distribuído futuro.</a:t>
                      </a:r>
                    </a:p>
                  </a:txBody>
                  <a:tcPr marL="73152" marR="73152" marT="45720" marB="45720" anchor="t"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9436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B7B"/>
                </a:solidFill>
                <a:latin typeface="Calibri"/>
              </a:rPr>
              <a:t>Fontes: PagedAttention/vLLM (Kwon et al., 2023); RadixAttention/SGLang (Zheng et al., 2024); DistServe (Zhong et al., 2024); Mooncake (Qin et al., 2025).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1908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5A6B7B"/>
                </a:solidFill>
                <a:latin typeface="Calibri"/>
              </a:rPr>
              <a:t>tempo 1:00 / 1:15 (backup)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